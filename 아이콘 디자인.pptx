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1136" y="548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4A9E90-68A1-C851-DBC0-D5CEC5650E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E943D1-C30C-9B88-240C-57A812EA87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9697B1-DD33-F018-D9CF-35DCEBE0F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A14E4-1416-47DD-B0CA-5CC9862B919F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65A241-37EC-28B8-98D6-699F8365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6F550D-D32D-1996-D974-ED07AEC41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62181-9F7F-4169-BC9E-6EE1E5FF42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2756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D950F8-08FF-977A-C15D-12DE3DC0F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405DF5-7E8C-F15A-66C3-6467398AB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384246-E162-E9B5-CEF1-669AFB40E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A14E4-1416-47DD-B0CA-5CC9862B919F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647699-BDB2-DC2E-B2B0-26CECDCDC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2E950D-4D62-5B0F-2E12-B5A39631B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62181-9F7F-4169-BC9E-6EE1E5FF42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8998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BD6F22-80E0-3575-119F-0EA9715CA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7BAE66-B4DF-A184-0F51-ABE996315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A1672-F216-A777-45D1-8DFA18A83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A14E4-1416-47DD-B0CA-5CC9862B919F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5A4ECC-F28B-EAE3-5D39-953A63F64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1D3B62-1AB5-0D9F-78AF-56BDFB2A6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62181-9F7F-4169-BC9E-6EE1E5FF42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584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A464D3-76C0-BDC3-ABF9-FCDBADB25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5270AE-14F3-4554-5B72-3B3E0DC649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F8E540-3629-FD4F-BA23-3E6E4E392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8D5C6B-D7E2-CCFC-4CD2-568CED544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A14E4-1416-47DD-B0CA-5CC9862B919F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A8249F-A088-FF6E-5503-C3E5AABE1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3A4094-1169-1177-854B-294BB21F7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62181-9F7F-4169-BC9E-6EE1E5FF42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922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7EA60C-867A-6D18-516F-E84C3C60A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E22F49-F374-5397-29A9-57EE8ED6E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20AA44-AD46-2EBB-74D3-F3C05CC3C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63918F5-DE37-7DC0-6E6D-F4B8AEDFC0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0B5A4D7-BFB2-CED4-38F8-315D29AF1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E78DA5D-5211-E04E-B3F3-4763E7E9F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A14E4-1416-47DD-B0CA-5CC9862B919F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ED7936B-AE6B-4341-4B31-84EFA3252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5C5E7AD-6A54-430F-3304-51736D7AF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62181-9F7F-4169-BC9E-6EE1E5FF42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644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6D4C38-FC0F-1459-87F3-D15D5F4C1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36B70A7-1D09-D40E-12DF-51A54883C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A14E4-1416-47DD-B0CA-5CC9862B919F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17861A-4BF2-0A2D-0DF0-B671DE356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841E2D9-8C12-8261-8A96-814BDCCB6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62181-9F7F-4169-BC9E-6EE1E5FF42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372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7D57113-5EB6-E160-170F-E95315A90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A14E4-1416-47DD-B0CA-5CC9862B919F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5786433-CBB3-4553-09A6-7BDB075F1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990B59-D0A1-FF7C-DFD5-188117B25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62181-9F7F-4169-BC9E-6EE1E5FF42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577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A3FF1D-F627-23B7-A91C-312A25DE6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8B2D5D-E5E0-D8BF-19D9-16FE71453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44B9787-5E38-F266-DA86-5E0743547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1932C5-C0D4-55E2-5FE3-915D3ED14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A14E4-1416-47DD-B0CA-5CC9862B919F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D0F0FD-AE9A-9D36-82D1-29BD74D76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4C7260-1BC7-5196-97E7-690E62DB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62181-9F7F-4169-BC9E-6EE1E5FF42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998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7A33B8-3486-1BF1-0993-BE83513E7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7A0CBF9-C38C-A0C6-C994-56EA9C1A6F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76D276-C2CC-6172-913E-D8119090A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C10E61-281C-CC8F-22EA-2A4377820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A14E4-1416-47DD-B0CA-5CC9862B919F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0DA849-A3EB-F168-6098-DF0A4164B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6A8602-4542-9F26-13B3-6B93EB109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62181-9F7F-4169-BC9E-6EE1E5FF42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492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D2DE4F-E4E1-2B30-EE63-597D111A7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31F5B90-40ED-5528-DB34-EF45E9922A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1B460-E277-2E6C-C26A-C6B4432AC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A14E4-1416-47DD-B0CA-5CC9862B919F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D08B07-F25D-C698-5411-9E4F8E40D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BB5C05-8D7A-7745-1405-C1D617FD6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62181-9F7F-4169-BC9E-6EE1E5FF42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5037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5B54D35-E922-7547-8EB7-9230DA116F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A25CD9A-9E73-E2AA-BC1B-BE29E638C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1889AE-C246-21C3-168E-924FE2324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A14E4-1416-47DD-B0CA-5CC9862B919F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EFD508-3DF7-0B80-6E1B-11B33A99E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D714F4-4CBE-FBF0-EC76-6AF49BC3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62181-9F7F-4169-BC9E-6EE1E5FF42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208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D7C56B9-4964-A3B7-2B92-84E57A05E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535CA1-8EA7-D0EA-F6C8-1AD291DA3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1FD28C-A645-74D5-2C90-68ED68D2E6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1A14E4-1416-47DD-B0CA-5CC9862B919F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C7AA73-4383-96AF-5D86-278885630B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3049AD-4203-B14C-E215-23999CA83D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62181-9F7F-4169-BC9E-6EE1E5FF42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6834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18E16D19-7D85-F461-3D59-BB3B2E661060}"/>
              </a:ext>
            </a:extLst>
          </p:cNvPr>
          <p:cNvGrpSpPr/>
          <p:nvPr/>
        </p:nvGrpSpPr>
        <p:grpSpPr>
          <a:xfrm>
            <a:off x="2607911" y="1295400"/>
            <a:ext cx="5469289" cy="5469289"/>
            <a:chOff x="968341" y="-344170"/>
            <a:chExt cx="7108859" cy="710885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1CC5C6-39F6-36CF-AE4B-BD56CEAA6B8D}"/>
                </a:ext>
              </a:extLst>
            </p:cNvPr>
            <p:cNvSpPr/>
            <p:nvPr/>
          </p:nvSpPr>
          <p:spPr>
            <a:xfrm>
              <a:off x="968341" y="-344170"/>
              <a:ext cx="7108859" cy="71088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EB25EBB7-7C09-C428-8281-F373909C8428}"/>
                </a:ext>
              </a:extLst>
            </p:cNvPr>
            <p:cNvGrpSpPr/>
            <p:nvPr/>
          </p:nvGrpSpPr>
          <p:grpSpPr>
            <a:xfrm>
              <a:off x="2044698" y="1001695"/>
              <a:ext cx="4611973" cy="4761297"/>
              <a:chOff x="2703227" y="1708216"/>
              <a:chExt cx="4611973" cy="4761297"/>
            </a:xfrm>
          </p:grpSpPr>
          <p:pic>
            <p:nvPicPr>
              <p:cNvPr id="1026" name="Picture 2" descr="Slack logo 아이콘, 로고, 기호 – PNG, SVG 무료 다운로드">
                <a:extLst>
                  <a:ext uri="{FF2B5EF4-FFF2-40B4-BE49-F238E27FC236}">
                    <a16:creationId xmlns:a16="http://schemas.microsoft.com/office/drawing/2014/main" id="{0F7FEF14-3271-0E69-B92E-71EBF8CEC59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806" t="4682" r="7895" b="6607"/>
              <a:stretch>
                <a:fillRect/>
              </a:stretch>
            </p:blipFill>
            <p:spPr bwMode="auto">
              <a:xfrm>
                <a:off x="2703227" y="2927416"/>
                <a:ext cx="3445845" cy="354209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6" name="Picture 22" descr="Send - Free interface icons">
                <a:extLst>
                  <a:ext uri="{FF2B5EF4-FFF2-40B4-BE49-F238E27FC236}">
                    <a16:creationId xmlns:a16="http://schemas.microsoft.com/office/drawing/2014/main" id="{F26A1388-058D-9C2D-35C1-ADA375D5B2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76800" y="1708216"/>
                <a:ext cx="2438400" cy="2438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413761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Jaewon Lee</dc:creator>
  <cp:lastModifiedBy>Jaewon Lee</cp:lastModifiedBy>
  <cp:revision>1</cp:revision>
  <dcterms:created xsi:type="dcterms:W3CDTF">2026-10-11T13:35:03Z</dcterms:created>
  <dcterms:modified xsi:type="dcterms:W3CDTF">2026-10-11T13:35:18Z</dcterms:modified>
</cp:coreProperties>
</file>